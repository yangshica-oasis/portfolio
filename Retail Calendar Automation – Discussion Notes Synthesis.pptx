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ROKU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Retail Calendar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CCBBDD"/>
                </a:solidFill>
              </a:rPr>
              <a:t>Discussion Notes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88BB"/>
                </a:solidFill>
              </a:rPr>
              <a:t>Apr 9 – May 5, 2026  |  6 Sessions  |  UX Research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77AA"/>
                </a:solidFill>
              </a:rPr>
              <a:t>Yang Shi  ·  Retail Calendar Automation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Study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BBDD"/>
                </a:solidFill>
              </a:rPr>
              <a:t>Who we talked to and what we were exploring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303520" cy="521208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2D8B"/>
                </a:solidFill>
              </a:rPr>
              <a:t>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Apr 9  — Kick-off &amp; problem framing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Apr 13 — Current-state process walkthrough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Apr 14 — Pricing structure deep-dive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Apr 15 — Retailer roadmap &amp; accruals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Apr 22 — Use-case scoping (UC1 + UC2)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Apr 30 — UI feedback &amp; validation flows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May 5  — Final review &amp; next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325880"/>
            <a:ext cx="5760720" cy="237744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2D8B"/>
                </a:solidFill>
              </a:rPr>
              <a:t>CORE PARTICIPANTS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8308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Anupam Chandra — Product Manager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Kuntha Kith — Sales Ops / Power user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Yang Shi — UX Designer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Gary Zhou — UX Lead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Prateek, Elsa, Tiantian — Engineering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Kyle, Austin, Rick, Mike — Stakeholders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886200"/>
            <a:ext cx="5760720" cy="260604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4023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2D8B"/>
                </a:solidFill>
              </a:rPr>
              <a:t>RESEARCH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34340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Map the end-to-end pricing roadmap process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Identify pain points blocking automation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Define scope for the Retail Calendar Automation tool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Validate UI direction with power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Current-State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BBDD"/>
                </a:solidFill>
              </a:rPr>
              <a:t>4 phases, mostly manual, error-prone hand-offs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560320" cy="100584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Planning &amp;
Budgeting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23160"/>
            <a:ext cx="2560320" cy="41148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487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6B2D8B"/>
                </a:solidFill>
              </a:rPr>
              <a:t>Anaplan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80360"/>
            <a:ext cx="2377440" cy="18288"/>
          </a:xfrm>
          <a:prstGeom prst="rect">
            <a:avLst/>
          </a:prstGeom>
          <a:solidFill>
            <a:srgbClr val="D8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944368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035"/>
                </a:solidFill>
              </a:rPr>
              <a:t>Forecast SKU volumes
and MSRP targets.
Data lives in Anaplan
(no live link to roadmap).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1737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2D8B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325880"/>
            <a:ext cx="2560320" cy="100584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16459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Pricing
Roadmap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423160"/>
            <a:ext cx="2560320" cy="41148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79" y="2487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6B2D8B"/>
                </a:solidFill>
              </a:rPr>
              <a:t>Internal tool
(all SKUs)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2880360"/>
            <a:ext cx="2377440" cy="18288"/>
          </a:xfrm>
          <a:prstGeom prst="rect">
            <a:avLst/>
          </a:prstGeom>
          <a:solidFill>
            <a:srgbClr val="D8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79" y="2944368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035"/>
                </a:solidFill>
              </a:rPr>
              <a:t>Upload MSRP + MAP.
Manual cascade price
gap maintenance.
Split-week promos
handled ad-hoc.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737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2D8B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325880"/>
            <a:ext cx="2560320" cy="100584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6459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Retailer
Roadmap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423160"/>
            <a:ext cx="2560320" cy="41148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487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6B2D8B"/>
                </a:solidFill>
              </a:rPr>
              <a:t>13-week rolling
per customer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880360"/>
            <a:ext cx="2377440" cy="18288"/>
          </a:xfrm>
          <a:prstGeom prst="rect">
            <a:avLst/>
          </a:prstGeom>
          <a:solidFill>
            <a:srgbClr val="D8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944368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035"/>
                </a:solidFill>
              </a:rPr>
              <a:t>Manual scrubbing
for each retailer export.
Audit trail scattered
across Slack &amp; email.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1737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2D8B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6840" y="1325880"/>
            <a:ext cx="2560320" cy="10058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035"/>
                </a:solidFill>
              </a:rPr>
              <a:t>Phase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164592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035"/>
                </a:solidFill>
              </a:rPr>
              <a:t>Close &amp;
Reporting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06840" y="2423160"/>
            <a:ext cx="2560320" cy="41148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2487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6B2D8B"/>
                </a:solidFill>
              </a:rPr>
              <a:t>Accruals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98280" y="2880360"/>
            <a:ext cx="2377440" cy="18288"/>
          </a:xfrm>
          <a:prstGeom prst="rect">
            <a:avLst/>
          </a:prstGeom>
          <a:solidFill>
            <a:srgbClr val="D8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0" y="2944368"/>
            <a:ext cx="228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035"/>
                </a:solidFill>
              </a:rPr>
              <a:t>Manual accrual calcs.
Fire drills at
month-end close.
No structured
diff/change log.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BBDD"/>
                </a:solidFill>
              </a:rPr>
              <a:t>Synthesized from 7 sessions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02920" cy="13716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371600"/>
            <a:ext cx="5120640" cy="13716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035"/>
                </a:solidFill>
              </a:rPr>
              <a:t>No live link between Anaplan and the pricing roadmap creates a perpetual re-entry burden.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0195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Kuntha manually re-enters forecast data each cycle. Any Anaplan update requires a full redo.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502920" cy="137160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108960"/>
            <a:ext cx="5120640" cy="13716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035"/>
                </a:solidFill>
              </a:rPr>
              <a:t>Cascade price-gap rules are implicit and maintained by one person.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3931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Rules (e.g. MAP ≤ Invoice MSRP, 80% trailing credit) live in Kuntha's head, not the system. Risk of knowledge loss and inconsistency.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846320"/>
            <a:ext cx="502920" cy="13716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5303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846320"/>
            <a:ext cx="5120640" cy="13716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93775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035"/>
                </a:solidFill>
              </a:rPr>
              <a:t>Retailer-specific roadmap exports require manual scrubbing every week.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37667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Each of the 13-week rolling exports must be tailored per customer. No automation exists; audit trail is Slack/email.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502920" cy="137160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1371600"/>
            <a:ext cx="5120640" cy="13716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035"/>
                </a:solidFill>
              </a:rPr>
              <a:t>Split-week promotions have no structured handling, causing recurring confusion.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190195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When a promo spans a week boundary, teams negotiate timing ad hoc. No tooling supports this edge case.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108960"/>
            <a:ext cx="502920" cy="13716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3108960"/>
            <a:ext cx="5120640" cy="13716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035"/>
                </a:solidFill>
              </a:rPr>
              <a:t>Month-end accrual calculations are manual fire drills with no change-diff visibility.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63931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FP&amp;A and Sales Ops scramble at close. No structured diff report exists between roadmap versions.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Pricing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BBDD"/>
                </a:solidFill>
              </a:rPr>
              <a:t>Understanding the data model is essential for UC1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2D8B"/>
                </a:solidFill>
              </a:rPr>
              <a:t>PRICE HIERARCHY (TOP → BOTTOM = MOST TO LEAST UPSTREAM)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347472" cy="109728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2140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737360"/>
            <a:ext cx="4663440" cy="109728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84708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035"/>
                </a:solidFill>
              </a:rPr>
              <a:t>MSRP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212848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Static list price — set once per year.
Uploaded annually; does not change during promotional cycles.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834639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035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07791"/>
            <a:ext cx="347472" cy="109728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291839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2907791"/>
            <a:ext cx="4663440" cy="109728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01752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035"/>
                </a:solidFill>
              </a:rPr>
              <a:t>Invoice MSRP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3383279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Retailer-negotiated price (~10% variation per retailer).
Stored separately from MSRP; basis for MAP gap validation.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005072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2D8B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78224"/>
            <a:ext cx="347472" cy="109728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462272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4078224"/>
            <a:ext cx="4663440" cy="109728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18795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035"/>
                </a:solidFill>
              </a:rPr>
              <a:t>MAP / Promo 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553712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Minimum Advertised Price — updated weekly.
System must block uploads where MAP &gt; Invoice MSRP.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175504"/>
            <a:ext cx="2743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68A"/>
                </a:solidFill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248656"/>
            <a:ext cx="347472" cy="1097280"/>
          </a:xfrm>
          <a:prstGeom prst="rect">
            <a:avLst/>
          </a:prstGeom>
          <a:solidFill>
            <a:srgbClr val="8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632704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5248656"/>
            <a:ext cx="4663440" cy="109728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358384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035"/>
                </a:solidFill>
              </a:rPr>
              <a:t>Trailing Credit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724144"/>
            <a:ext cx="4389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80% rule for most retailers.
Best Buy and Amazon have unique structures requiring custom logic.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1325880"/>
            <a:ext cx="6126480" cy="521208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9788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2D8B"/>
                </a:solidFill>
              </a:rPr>
              <a:t>RETAILER NUANCES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182880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Best Buy: unique trailing credit structure, requires custom export logic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Amazon: separate credit agreement, differs from standard 80% rule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Invoice MSRP varies per retailer (~10% band), stored separately from MSRP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MAP validation: system must prevent MAP &gt; Invoice MSRP on upload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Split-week promos: no current tooling — teams negotiate ad hoc each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4983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2D8B"/>
                </a:solidFill>
              </a:rPr>
              <a:t>UPLOAD FREQUENCY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5257800"/>
            <a:ext cx="5669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MSRP upload — once per year (annual planning)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MAP upload — weekly (promotional cycle)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 Project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BBDD"/>
                </a:solidFill>
              </a:rPr>
              <a:t>Scoped in sessions; calendar automation is Pillar 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566160" cy="105156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Pillar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Data Scraping &amp;
Market Sensing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3566160" cy="406908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42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6B2D8B"/>
                </a:solidFill>
              </a:rPr>
              <a:t>Foundation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80360"/>
            <a:ext cx="3291840" cy="18288"/>
          </a:xfrm>
          <a:prstGeom prst="rect">
            <a:avLst/>
          </a:prstGeom>
          <a:solidFill>
            <a:srgbClr val="D8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Automated competitor price monitoring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Market signal ingestion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Reduces manual research burden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Feeds into predictive pricing 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325880"/>
            <a:ext cx="3566160" cy="105156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Pillar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62763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Predictive Pricing
(Retail IQ)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2468880"/>
            <a:ext cx="3566160" cy="406908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542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6B2D8B"/>
                </a:solidFill>
              </a:rPr>
              <a:t>Intelligence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880360"/>
            <a:ext cx="3291840" cy="18288"/>
          </a:xfrm>
          <a:prstGeom prst="rect">
            <a:avLst/>
          </a:prstGeom>
          <a:solidFill>
            <a:srgbClr val="D8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9718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12-week forward-looking price recommendations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Model trained on historical roadmap data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Outputs MAP recommendations for review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Named 'Retail IQ' internally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325880"/>
            <a:ext cx="3566160" cy="105156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Pillar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62763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Calendar
Automation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468880"/>
            <a:ext cx="3566160" cy="406908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542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6B2D8B"/>
                </a:solidFill>
              </a:rPr>
              <a:t>Execution layer  ← primary scope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880360"/>
            <a:ext cx="3291840" cy="18288"/>
          </a:xfrm>
          <a:prstGeom prst="rect">
            <a:avLst/>
          </a:prstGeom>
          <a:solidFill>
            <a:srgbClr val="D8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9718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Core focus of these discussions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UC1: Upload roadmap → derive customer roadmaps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UC2: Weekly review &amp; collaboration workflow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Replaces manual Excel-based 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 Cases in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BBDD"/>
                </a:solidFill>
              </a:rPr>
              <a:t>UC1 and UC2 define the MVP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394960" cy="521208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394960" cy="50292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UC1 — Upload &amp; Derive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019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2D8B"/>
                </a:solidFill>
              </a:rPr>
              <a:t>Pricing Roadmap → Customer-Specific Roadmaps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04288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User uploads pricing roadmap (MSRP + MAP)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System validates: MAP ≤ Invoice MSRP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System auto-derives 13-week retailer-specific roadmaps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Change-diff report shown on each upload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Separate upload flows: MSRP (yearly) vs MAP (weekly)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Invoice MSRP visible as reference column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Supports split-week promo handling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577840" cy="521208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5577840" cy="50292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UC2 — Weekly Review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019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A"/>
                </a:solidFill>
              </a:rPr>
              <a:t>Retail Strategy → Sales Ops → FP&amp;A → Retailers (~1 week)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04288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Retail Strategy proposes MAP changes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Sales Ops reviews and flags conflicts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FP&amp;A validates against accrual targets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Approved roadmap exported to retailers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Full audit trail (who changed what, when)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Replaces current Slack/email approval chain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1A1035"/>
                </a:solidFill>
              </a:rPr>
              <a:t>•  Structured diff between weekly versions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UI Feedback — May 5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BBDD"/>
                </a:solidFill>
              </a:rPr>
              <a:t>Power-user review with Kuntha, Anupam, Chico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9728" cy="141732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371600"/>
            <a:ext cx="5394960" cy="141732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035"/>
                </a:solidFill>
              </a:rPr>
              <a:t>Remove green status banners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3366"/>
                </a:solidFill>
              </a:rPr>
              <a:t>Clutters the view; power users don't need status confirmations — they can see the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109728" cy="141732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7648" y="1371600"/>
            <a:ext cx="5394960" cy="141732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813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035"/>
                </a:solidFill>
              </a:rPr>
              <a:t>Clearer product segment grouping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4708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3366"/>
                </a:solidFill>
              </a:rPr>
              <a:t>Rows jump between segments (Roku TV / Players / Licensing). Group visually with section headers.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63240"/>
            <a:ext cx="109728" cy="141732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" y="3063240"/>
            <a:ext cx="5394960" cy="141732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729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035"/>
                </a:solidFill>
              </a:rPr>
              <a:t>Separate MSRP vs MAP upload flows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3872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3366"/>
                </a:solidFill>
              </a:rPr>
              <a:t>MSRP is annual; MAP is weekly. Treating them identically creates confusion. Separate buttons/flows.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063240"/>
            <a:ext cx="109728" cy="141732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3063240"/>
            <a:ext cx="5394960" cy="141732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729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035"/>
                </a:solidFill>
              </a:rPr>
              <a:t>Add Invoice MSRP as reference column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53872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3366"/>
                </a:solidFill>
              </a:rPr>
              <a:t>Users need to see Invoice MSRP alongside MAP to validate the gap at a glance.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54880"/>
            <a:ext cx="109728" cy="141732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4754880"/>
            <a:ext cx="5394960" cy="141732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8646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035"/>
                </a:solidFill>
              </a:rPr>
              <a:t>MAP validation: cannot exceed Invoice MSRP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23036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3366"/>
                </a:solidFill>
              </a:rPr>
              <a:t>System must block (or warn) on upload if any MAP &gt; Invoice MSRP for that retailer.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754880"/>
            <a:ext cx="109728" cy="141732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27648" y="4754880"/>
            <a:ext cx="5394960" cy="141732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8646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035"/>
                </a:solidFill>
              </a:rPr>
              <a:t>Change-diff report on upload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230368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3366"/>
                </a:solidFill>
              </a:rPr>
              <a:t>Show exactly what changed vs. previous version before committing. Critical for FP&amp;A and audit.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BBDD"/>
                </a:solidFill>
              </a:rPr>
              <a:t>Prioritized design and product directions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48640" cy="9144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8191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R1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1325880"/>
            <a:ext cx="10835640" cy="9144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38988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035"/>
                </a:solidFill>
              </a:rPr>
              <a:t>Design separate upload paths for MSRP and 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55648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Reduces cognitive load. MSRP is a once-a-year act; MAP is a weekly habit. Separate surfaces prevent accidental overwrites and match mental models.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95728"/>
            <a:ext cx="548640" cy="91440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6517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395728"/>
            <a:ext cx="10835640" cy="9144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459736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035"/>
                </a:solidFill>
              </a:rPr>
              <a:t>Add an inline Invoice MSRP column and MAP validation on 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25496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Prevents invalid MAP submissions at the source. Show the gap clearly; block (or warn with override) when MAP &gt; Invoice MSRP.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65576"/>
            <a:ext cx="548640" cy="9144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7216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465576"/>
            <a:ext cx="10835640" cy="9144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529584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035"/>
                </a:solidFill>
              </a:rPr>
              <a:t>Implement a structured diff report before every MAP 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895344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The biggest audit-trail gap. Show changed cells (old vs. new value, SKU, retailer, week) before the user confirms. Exportable for FP&amp;A.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35424"/>
            <a:ext cx="548640" cy="91440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479145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4535424"/>
            <a:ext cx="10835640" cy="9144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599432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035"/>
                </a:solidFill>
              </a:rPr>
              <a:t>Add structured split-week promo support to the calendar 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965192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Define a UI pattern (e.g. split-cell or promo tag) so split-week cases are handled consistently instead of negotiated per-incident.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605272"/>
            <a:ext cx="548640" cy="9144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586130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5605272"/>
            <a:ext cx="10835640" cy="9144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66928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035"/>
                </a:solidFill>
              </a:rPr>
              <a:t>Replace Slack/email approval chain with in-tool workflow (UC2 MVP)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603504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Even a simple status/comment layer (Proposed → Sales Ops reviewed → FP&amp;A approved) would dramatically reduce cycle time and create an audit trail.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BBDD"/>
                </a:solidFill>
              </a:rPr>
              <a:t>Agreed actions from May 5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463040" cy="9144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Kuntha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325880"/>
            <a:ext cx="9921240" cy="9144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389888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035"/>
                </a:solidFill>
              </a:rPr>
              <a:t>Provide 3–4 MAP update use cases with real 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755648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Use cases needed to validate the UC2 workflow design before the next round of UI work.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463040" cy="914400"/>
          </a:xfrm>
          <a:prstGeom prst="rect">
            <a:avLst/>
          </a:prstGeom>
          <a:solidFill>
            <a:srgbClr val="009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5146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Anupam / Chico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2331720"/>
            <a:ext cx="9921240" cy="9144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395727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035"/>
                </a:solidFill>
              </a:rPr>
              <a:t>Revise UI based on May 5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761487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Remove green banners, add product-segment grouping, separate upload flows, add Invoice MSRP column.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1463040" cy="9144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520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Yang Shi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3337560"/>
            <a:ext cx="9921240" cy="9144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3401568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035"/>
                </a:solidFill>
              </a:rPr>
              <a:t>Deliver updated wireframes incorporating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767328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Prioritize diff-report pattern, split-week promo UI, and the MSRP/MAP separation.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1463040" cy="914400"/>
          </a:xfrm>
          <a:prstGeom prst="rect">
            <a:avLst/>
          </a:prstGeom>
          <a:solidFill>
            <a:srgbClr val="8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5262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4519" y="4343400"/>
            <a:ext cx="9921240" cy="9144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4407408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035"/>
                </a:solidFill>
              </a:rPr>
              <a:t>Schedule demo with Austin, Rick, Mike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773168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Broader stakeholder review needed before committing to UC2 workflow scope.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49240"/>
            <a:ext cx="1463040" cy="914400"/>
          </a:xfrm>
          <a:prstGeom prst="rect">
            <a:avLst/>
          </a:prstGeom>
          <a:solidFill>
            <a:srgbClr val="448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5321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4519" y="5349240"/>
            <a:ext cx="9921240" cy="91440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80" y="5413248"/>
            <a:ext cx="9509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035"/>
                </a:solidFill>
              </a:rPr>
              <a:t>Confirm UC2 MVP scope before next sprint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779008"/>
            <a:ext cx="9509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3366"/>
                </a:solidFill>
              </a:rPr>
              <a:t>Align on which workflow steps are in-tool vs. still handled via Slack for the first release.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 &amp; Caveats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BBDD"/>
                </a:solidFill>
              </a:rPr>
              <a:t>What to keep in mind when interpreting these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5212080"/>
          </a:xfrm>
          <a:prstGeom prst="rect">
            <a:avLst/>
          </a:prstGeom>
          <a:solidFill>
            <a:srgbClr val="F5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>
                <a:solidFill>
                  <a:srgbClr val="1A1035"/>
                </a:solidFill>
              </a:rPr>
              <a:t>•  Small sample: discussions were primarily with Kuntha (Sales Ops power user) and Anupam (PM). FP&amp;A and retailer perspectives are not yet captured.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035"/>
                </a:solidFill>
              </a:rPr>
              <a:t>•  Internal perspective only: no direct retailer feedback on the roadmap delivery process. Retailer pain points are inferred from Sales Ops descriptions.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035"/>
                </a:solidFill>
              </a:rPr>
              <a:t>•  Prototype not yet tested: UI feedback from May 5 is first-impression reaction, not task-based usability testing.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035"/>
                </a:solidFill>
              </a:rPr>
              <a:t>•  Scope still in flux: UC2 (weekly workflow) boundaries were not finalized by May 5. Recommendations for UC2 are directional, not spec-ready.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035"/>
                </a:solidFill>
              </a:rPr>
              <a:t>•  Technical feasibility not validated: recommendations assume the data model supports diff tracking and retailer-specific derivation at scale — this has not been confirmed with engineering.</a:t>
            </a:r>
          </a:p>
          <a:p>
            <a:pPr>
              <a:spcBef>
                <a:spcPts val="300"/>
              </a:spcBef>
            </a:pPr>
            <a:r>
              <a:rPr sz="1400">
                <a:solidFill>
                  <a:srgbClr val="1A1035"/>
                </a:solidFill>
              </a:rPr>
              <a:t>•  Pillar 1 (data scraping) and Pillar 2 (Retail IQ) were mentioned but not deeply explored in these sessions.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